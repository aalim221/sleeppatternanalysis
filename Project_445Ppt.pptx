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368" y="825978"/>
            <a:ext cx="15603136" cy="8815772"/>
          </a:xfrm>
          <a:custGeom>
            <a:avLst/>
            <a:gdLst/>
            <a:ahLst/>
            <a:cxnLst/>
            <a:rect r="r" b="b" t="t" l="l"/>
            <a:pathLst>
              <a:path h="8815772" w="15603136">
                <a:moveTo>
                  <a:pt x="0" y="0"/>
                </a:moveTo>
                <a:lnTo>
                  <a:pt x="15603136" y="0"/>
                </a:lnTo>
                <a:lnTo>
                  <a:pt x="15603136" y="8815772"/>
                </a:lnTo>
                <a:lnTo>
                  <a:pt x="0" y="881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5320" y="1256632"/>
            <a:ext cx="14415125" cy="8145414"/>
          </a:xfrm>
          <a:custGeom>
            <a:avLst/>
            <a:gdLst/>
            <a:ahLst/>
            <a:cxnLst/>
            <a:rect r="r" b="b" t="t" l="l"/>
            <a:pathLst>
              <a:path h="8145414" w="14415125">
                <a:moveTo>
                  <a:pt x="0" y="0"/>
                </a:moveTo>
                <a:lnTo>
                  <a:pt x="14415125" y="0"/>
                </a:lnTo>
                <a:lnTo>
                  <a:pt x="14415125" y="8145413"/>
                </a:lnTo>
                <a:lnTo>
                  <a:pt x="0" y="8145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186" y="1217566"/>
            <a:ext cx="13895629" cy="7851867"/>
          </a:xfrm>
          <a:custGeom>
            <a:avLst/>
            <a:gdLst/>
            <a:ahLst/>
            <a:cxnLst/>
            <a:rect r="r" b="b" t="t" l="l"/>
            <a:pathLst>
              <a:path h="7851867" w="13895629">
                <a:moveTo>
                  <a:pt x="0" y="0"/>
                </a:moveTo>
                <a:lnTo>
                  <a:pt x="13895628" y="0"/>
                </a:lnTo>
                <a:lnTo>
                  <a:pt x="13895628" y="7851868"/>
                </a:lnTo>
                <a:lnTo>
                  <a:pt x="0" y="785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241" y="1191640"/>
            <a:ext cx="14794899" cy="8066660"/>
          </a:xfrm>
          <a:custGeom>
            <a:avLst/>
            <a:gdLst/>
            <a:ahLst/>
            <a:cxnLst/>
            <a:rect r="r" b="b" t="t" l="l"/>
            <a:pathLst>
              <a:path h="8066660" w="14794899">
                <a:moveTo>
                  <a:pt x="0" y="0"/>
                </a:moveTo>
                <a:lnTo>
                  <a:pt x="14794899" y="0"/>
                </a:lnTo>
                <a:lnTo>
                  <a:pt x="14794899" y="8066660"/>
                </a:lnTo>
                <a:lnTo>
                  <a:pt x="0" y="806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41" r="-238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9016" y="1181305"/>
            <a:ext cx="14526673" cy="8213022"/>
          </a:xfrm>
          <a:custGeom>
            <a:avLst/>
            <a:gdLst/>
            <a:ahLst/>
            <a:cxnLst/>
            <a:rect r="r" b="b" t="t" l="l"/>
            <a:pathLst>
              <a:path h="8213022" w="14526673">
                <a:moveTo>
                  <a:pt x="0" y="0"/>
                </a:moveTo>
                <a:lnTo>
                  <a:pt x="14526673" y="0"/>
                </a:lnTo>
                <a:lnTo>
                  <a:pt x="14526673" y="8213022"/>
                </a:lnTo>
                <a:lnTo>
                  <a:pt x="0" y="8213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5096" y="1073417"/>
            <a:ext cx="14894367" cy="8420907"/>
          </a:xfrm>
          <a:custGeom>
            <a:avLst/>
            <a:gdLst/>
            <a:ahLst/>
            <a:cxnLst/>
            <a:rect r="r" b="b" t="t" l="l"/>
            <a:pathLst>
              <a:path h="8420907" w="14894367">
                <a:moveTo>
                  <a:pt x="0" y="0"/>
                </a:moveTo>
                <a:lnTo>
                  <a:pt x="14894367" y="0"/>
                </a:lnTo>
                <a:lnTo>
                  <a:pt x="14894367" y="8420908"/>
                </a:lnTo>
                <a:lnTo>
                  <a:pt x="0" y="842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25" y="780847"/>
            <a:ext cx="15091328" cy="8477453"/>
          </a:xfrm>
          <a:custGeom>
            <a:avLst/>
            <a:gdLst/>
            <a:ahLst/>
            <a:cxnLst/>
            <a:rect r="r" b="b" t="t" l="l"/>
            <a:pathLst>
              <a:path h="8477453" w="15091328">
                <a:moveTo>
                  <a:pt x="0" y="0"/>
                </a:moveTo>
                <a:lnTo>
                  <a:pt x="15091328" y="0"/>
                </a:lnTo>
                <a:lnTo>
                  <a:pt x="15091328" y="8477453"/>
                </a:lnTo>
                <a:lnTo>
                  <a:pt x="0" y="8477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191" y="1028700"/>
            <a:ext cx="14926125" cy="8428658"/>
          </a:xfrm>
          <a:custGeom>
            <a:avLst/>
            <a:gdLst/>
            <a:ahLst/>
            <a:cxnLst/>
            <a:rect r="r" b="b" t="t" l="l"/>
            <a:pathLst>
              <a:path h="8428658" w="14926125">
                <a:moveTo>
                  <a:pt x="0" y="0"/>
                </a:moveTo>
                <a:lnTo>
                  <a:pt x="14926125" y="0"/>
                </a:lnTo>
                <a:lnTo>
                  <a:pt x="14926125" y="8428658"/>
                </a:lnTo>
                <a:lnTo>
                  <a:pt x="0" y="842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7191" y="1028700"/>
            <a:ext cx="14859959" cy="8391295"/>
          </a:xfrm>
          <a:custGeom>
            <a:avLst/>
            <a:gdLst/>
            <a:ahLst/>
            <a:cxnLst/>
            <a:rect r="r" b="b" t="t" l="l"/>
            <a:pathLst>
              <a:path h="8391295" w="14859959">
                <a:moveTo>
                  <a:pt x="0" y="0"/>
                </a:moveTo>
                <a:lnTo>
                  <a:pt x="14859959" y="0"/>
                </a:lnTo>
                <a:lnTo>
                  <a:pt x="14859959" y="8391295"/>
                </a:lnTo>
                <a:lnTo>
                  <a:pt x="0" y="8391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5513" y="1028700"/>
            <a:ext cx="15154284" cy="8485672"/>
          </a:xfrm>
          <a:custGeom>
            <a:avLst/>
            <a:gdLst/>
            <a:ahLst/>
            <a:cxnLst/>
            <a:rect r="r" b="b" t="t" l="l"/>
            <a:pathLst>
              <a:path h="8485672" w="15154284">
                <a:moveTo>
                  <a:pt x="0" y="0"/>
                </a:moveTo>
                <a:lnTo>
                  <a:pt x="15154284" y="0"/>
                </a:lnTo>
                <a:lnTo>
                  <a:pt x="15154284" y="8485672"/>
                </a:lnTo>
                <a:lnTo>
                  <a:pt x="0" y="8485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621110"/>
            <a:ext cx="18303277" cy="32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8"/>
              </a:lnSpc>
            </a:pPr>
            <a:r>
              <a:rPr lang="en-US" b="true" sz="23283" spc="-15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3283" spc="-15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DAHIuIvsPRI</dc:identifier>
  <dcterms:modified xsi:type="dcterms:W3CDTF">2011-08-01T06:04:30Z</dcterms:modified>
  <cp:revision>1</cp:revision>
  <dc:title>Project_445Ppt</dc:title>
</cp:coreProperties>
</file>